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Meiryo UI"/>
              </a:rPr>
              <a:t>Guarding Self-Evolving AI with Proofs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4F81BD"/>
                </a:solidFill>
                <a:latin typeface="Meiryo UI"/>
              </a:rPr>
              <a:t>llcore research findings 2026 — verified neural evolution on CPU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Kazufumi Furuse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github.com/furuse-kazufumi/llcore (paper draft + all experiment code/data public)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These slides: CC BY 4.0 — commercial use permitted with attribution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Problem: on what grounds may a self-evolving AI admit its own changes?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AI now evolves its own core (memory, dynamics) — how do we reject dangerous changes?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Mainstream (DGM / SEAL line) = empirical gates: benchmark scores, past failures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Structural weakness: (1) learns by dying — pays the failure cost (2) Goodhart-able — metrics can be gamed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llcore's question: if we narrow the property, can a mathematical proof be the gate?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Approach: a sound contraction-certifier gate (fail-closed)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Certified property = contraction (ρ &lt; 1): internal state cannot diverge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Three sound certifiers: closed-form ∞-norm (O(n²)) → vertex 2-norm → Lyapunov SDP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Fail-closed: unprovable changes are rejected. Proofs are theorem-derived = non-fabricable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Gating inside the evolution loop, before evaluation — 17-19x cheaper than post-hoc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All proofs &amp; experiments pre-registered before results (research/paper/PAPER_DRAFT.md)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Testbed: a lethal environment x three ways experience becomes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The environment steps the recurrence gain κ by 2x → previously-safe genes diverge = death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ENDO (endogenous foresight): a sound self-held certificate rejects lethal changes before evaluation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REVIVE (certificate-preserving repair): dies, but is revived with its memory gene intact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OBSERVE (observational): empirically avoids the neighborhood of others' observed deaths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n=20 seeds, pre-registered, steady-state after warm-up (all negatives disclosed)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1: proofs know before dying — zero steady-state deaths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Lethal evaluations (steady state, linear substrate):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無防備 27.2  /  観察学習 17.3  /  固定ゲート 10.2  /  証明 (ENDO) 0.0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Observational learning works — but deaths remain. Learning-by-dying is a structural cost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Robustness: the proof's advantage holds in 12/12 pre-registered configurations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And the proof gate does not strangle memory capability (worst fitness gap 0.7%)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 &lt; 0.001 (paired sign-flip, n=20). All numbers in public results_viability_*.json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2: without revival, experience does not become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Death removes the individual — and erases the experience its genes accumulated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REVIVE dies about as often as no-gate, yet preserves significantly more population memory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集団平均適応度: 無防備 0.649 → 復活あり 0.708 (Δ=+0.060, p=0.0011)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Repair preserves the memory channel while safing the dynamics — death leaves a scar, not a void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3: one proof beats stacked empirical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All 8 mechanism combinations compared under identical conditions (2^3 factorial):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証明 (E) を含む 4 組み合わせ: 全て死 0.0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証明なしの最良 = 復活+観察 (RO): 6.2 — 単独 (18.8 / 17.3) より良いが 0 には届かない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With the proof present, empirical mechanisms add nothing (interaction p=0.0003/0.0045)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Empirical mechanisms do compose well — but only in a world without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4 (limits): a proof is only sound while its premises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If the verifier under-senses the environment by 40%, the certificate admits a lethal band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 trust controller using only observable evidence (admitted-then-died) can switch proof &lt;-&gt; empirical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But hedging pays only where premise violations are costly — a pre-registered hypothesis failed on one substrate and we report it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Open question: who certifies the certifier's premises? (premise monitoring)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PoC scale (scalar genes, n=20) — not yet shown at real-LLM scale. No overclaim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Map: how this differs from the nearest work (primary sources verified)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SGM (Statistical Goedel Machine): statistical certificate over discrete task scores — probabilistic, not fabrication-proof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SEVerA: sound Dafny-verified logical I/O contracts — discrete artifacts, not continuous internal dynamics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PAC limits of self-improvement (Wang et al.): generalization bounds — not stability/contraction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The open quadrant — continuous memory dynamics, gated in-loop by a sound contraction proof — is what llcore occupies at PoC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All three checked against primary sources with adversarial review. Full contrasts in the paper's related-work 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Using this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These slides: CC BY 4.0 — free for corporate training, tech scouting, product evaluation with attribution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Code / paper draft: Apache-2.0 + Commercial dual license (github.com/furuse-kazufumi/llcore)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Closed-source integration, SLA, NDA consulting = commercial licensing: kazufumi@furuse.work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Articles (Japanese): qiita.com/furuse-kazufumi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Attribution example: "Kazufumi Furuse, llcore (2026), github.com/furuse-kazufumi/llcore"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