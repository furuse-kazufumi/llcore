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Meiryo UI"/>
              </a:rPr>
              <a:t>自己進化 AI を「証明」で守る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4F81BD"/>
                </a:solidFill>
                <a:latin typeface="Meiryo UI"/>
              </a:rPr>
              <a:t>llcore 研究知見 2026 — 検証付きニューラル進化 (CPU 完結)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54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Kazufumi Furuse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github.com/furuse-kazufumi/llcore (paper draft + 全実験コード/データ公開)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本スライド: CC BY 4.0 — 出典明示で商用利用可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問題: 自己進化 AI は「何を根拠に」自分の変更を許可するか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AI が自分のコア (記憶・力学) を書き換えながら進化する時代 — 危険な変更をどう弾くか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主流 (DGM / SEAL 系) = 経験的ゲート: ベンチマークスコアや過去の失敗で判断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経験的ゲートの構造的弱点: ① 死んで学ぶ (失敗コストを払う) ② Goodhart 可能 (指標ハック)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llcore の問い: 性質を絞れば「数学的証明」でゲートできるのではないか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アプローチ: 健全な収縮証明ゲート (fail-closed)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証明する性質 = 収縮 (ρ &lt; 1): 内部状態が発散しない・記憶力学が暴走しない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3 段の健全 certifier: 閉形式 ∞-norm (O(n²)) → 頂点 2-norm → Lyapunov SDP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fail-closed: 証明できない変更は通さない。証明は定理の帰結 = 捏造不能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進化ループ内で評価前に gate (prove-then-reject) — 事後検証の 17-19 倍安い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全証明・全実験は事前登録 → 結果の順で記録 (research/paper/PAPER_DRAFT.md)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実験場: 「死ねる環境」×「経験が記憶になる 3 つの道」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環境が再帰ゲイン κ を 2 倍にステップ → それまで安全だった個体が発散 = 死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ENDO (自己予見): 内的な健全証明で死を予見し、評価前に自分を弾く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REVIVE (復活修復): 死を経験するが、記憶遺伝子を保ったまま安全側に修復され蘇る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OBSERVE (社会的観察): 他個体の死の近傍を経験的に避ける (経験的ゲートの代表)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n=20 シード・事前登録・助走後の定常統計で測定 (negative も全部開示)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知見 1: 証明は死ぬ前に分かる — 定常死ゼロ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致命的評価の数 (定常状態, linear 基質):</a:t>
            </a:r>
          </a:p>
          <a:p>
            <a:pPr lvl="1" algn="l"/>
            <a:r>
              <a:rPr sz="1900" b="0">
                <a:solidFill>
                  <a:srgbClr val="1A1A1A"/>
                </a:solidFill>
                <a:latin typeface="Meiryo UI"/>
              </a:rPr>
              <a:t>   無防備 27.2  /  観察学習 17.3  /  固定ゲート 10.2  /  証明 (ENDO) 0.0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観察学習は機能する — しかし学んでも死が残る。「死んで学ぶ」は構造コスト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頑健性: シード・κ 強度・次元・課題難度を変えた 12/12 環境で証明側の優位が保持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しかも証明ゲートは記憶獲得能力を犠牲にしない (最大適応度差 0.7%)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p &lt; 0.001 (paired sign-flip, n=20)。数値はすべて results_viability_*.json (公開)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知見 2: 復活がないと、経験は記憶にならない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死 = 個体の除去 = その個体が蓄積した経験 (遺伝子) も消える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REVIVE は無防備と同程度死ぬのに、集団に残る記憶 (平均適応度) が有意に高い</a:t>
            </a:r>
          </a:p>
          <a:p>
            <a:pPr lvl="1" algn="l"/>
            <a:r>
              <a:rPr sz="1900" b="0">
                <a:solidFill>
                  <a:srgbClr val="1A1A1A"/>
                </a:solidFill>
                <a:latin typeface="Meiryo UI"/>
              </a:rPr>
              <a:t>   集団平均適応度: 無防備 0.649 → 復活あり 0.708 (Δ=+0.060, p=0.0011)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修復は「記憶チャネルを保ったまま力学だけ安全化」— 死が傷として記憶に刻まれる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知見 3: 証明 1 つは、経験的機構の積み重ねに勝る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3 機構の全 8 組み合わせを同条件で比較 (2³ factorial):</a:t>
            </a:r>
          </a:p>
          <a:p>
            <a:pPr lvl="1" algn="l"/>
            <a:r>
              <a:rPr sz="1900" b="0">
                <a:solidFill>
                  <a:srgbClr val="1A1A1A"/>
                </a:solidFill>
                <a:latin typeface="Meiryo UI"/>
              </a:rPr>
              <a:t>   証明 (E) を含む 4 組み合わせ: 全て死 0.0</a:t>
            </a:r>
          </a:p>
          <a:p>
            <a:pPr lvl="1" algn="l"/>
            <a:r>
              <a:rPr sz="1900" b="0">
                <a:solidFill>
                  <a:srgbClr val="1A1A1A"/>
                </a:solidFill>
                <a:latin typeface="Meiryo UI"/>
              </a:rPr>
              <a:t>   証明なしの最良 = 復活+観察 (RO): 6.2 — 単独 (18.8 / 17.3) より良いが 0 には届かない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証明があると経験的機構の死削減効果は消える (交互作用 p=0.0003/0.0045) = 完全に冗長化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経験的機構は重ねるほど良い — ただし証明が使えない世界での話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知見 4 (限界): 証明は「前提が正しい時」だけ健全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検証器が環境 (κ) を 40% 過小推定する状況を作ると、証明は致命域を「安全」と誤認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観測可能な信号 (「許可したのに死んだ」) だけで証明⇔経験を切替える信頼度学習は可能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ただし得をするのは前提違反が高くつく環境のみ — 安い環境では常時証明が最適 (事前登録の仮説が一部不成立、そのまま報告)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次の研究課題: 「証明の前提を誰が守るのか」(premise monitoring)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PoC スケール (スカラー遺伝子, n=20) — 実 LLM スケールは未証明。誇張しない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研究地図: 最近接研究との違い (一次ソース検証済み)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SGM (統計的ゲーデルマシン): 統計的 certificate × 離散タスク性能 — 確率保証・捏造耐性なし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SEVerA: 論理契約 (Dafny) の sound 検証 — 対象は離散 I/O、連続な内部力学ではない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自己改善の PAC 限界 (Wang et al.): 汎化保証 — 安定性・収縮の保証ではない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空白 = 「連続な記憶力学を、進化ループ内で、健全な収縮証明でゲートする」— llcore が PoC 占有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3 論文とも本文を一次取得し敵対検証済み。詳細対比は論文 related work 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利用について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本スライド: CC BY 4.0 — 出典明示で、企業内研修・技術調査・製品検討にそのまま利用可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コード/論文 draft: Apache-2.0 + Commercial dual license (github.com/furuse-kazufumi/llcore)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クローズド統合・SLA・NDA 付き相談 = 商用ライセンス窓口: kazufumi@furuse.work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記事 (日本語解説): qiita.com/furuse-kazufumi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iryo UI"/>
              </a:rPr>
              <a:t>出典表記例: 「Kazufumi Furuse, llcore (2026), github.com/furuse-kazufumi/llcore」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